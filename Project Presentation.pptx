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legraf Bold" charset="1" panose="00000800000000000000"/>
      <p:regular r:id="rId12"/>
    </p:embeddedFont>
    <p:embeddedFont>
      <p:font typeface="Telegraf" charset="1" panose="00000500000000000000"/>
      <p:regular r:id="rId13"/>
    </p:embeddedFont>
    <p:embeddedFont>
      <p:font typeface="Telegraf Extra-Light" charset="1" panose="000003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478" y="7009521"/>
            <a:ext cx="9637365" cy="212578"/>
            <a:chOff x="0" y="0"/>
            <a:chExt cx="2538236" cy="55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641393" y="-1165054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760396"/>
            <a:ext cx="16027192" cy="125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61"/>
              </a:lnSpc>
              <a:spcBef>
                <a:spcPct val="0"/>
              </a:spcBef>
            </a:pPr>
            <a:r>
              <a:rPr lang="en-US" b="true" sz="6901" spc="345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PEARLS AQI PREDICTOR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67156"/>
            <a:ext cx="12169567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spc="61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PROJECT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032284"/>
            <a:ext cx="255402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61206" y="8032284"/>
            <a:ext cx="392855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Shafia Memon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62" cy="2029631"/>
            </a:xfrm>
            <a:custGeom>
              <a:avLst/>
              <a:gdLst/>
              <a:ahLst/>
              <a:cxnLst/>
              <a:rect r="r" b="b" t="t" l="l"/>
              <a:pathLst>
                <a:path h="2029631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28076" y="4766635"/>
            <a:ext cx="279803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6108" y="4766635"/>
            <a:ext cx="204272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3001"/>
            <a:ext cx="16230600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COLLECTION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259" y="2266613"/>
            <a:ext cx="17813482" cy="645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I used one year of hourly weather and pollution data for Karachi (January 2024 to January 2025), collected from the Open-Meteo API.</a:t>
            </a:r>
          </a:p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The dataset included temperature, humidity, wind speed, wind direction, pressure, PM2.5, PM10, CO, NO₂, SO₂, and O₃.</a:t>
            </a:r>
          </a:p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The data was cleaned and aligned by timestamp so that every hour had matching weather and pollution values.</a:t>
            </a:r>
          </a:p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This prepared dataset was used to create features and train prediction models.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62" cy="2029631"/>
            </a:xfrm>
            <a:custGeom>
              <a:avLst/>
              <a:gdLst/>
              <a:ahLst/>
              <a:cxnLst/>
              <a:rect r="r" b="b" t="t" l="l"/>
              <a:pathLst>
                <a:path h="2029631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28076" y="4766635"/>
            <a:ext cx="279803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6108" y="4766635"/>
            <a:ext cx="204272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4518" y="553001"/>
            <a:ext cx="16784782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259" y="2352338"/>
            <a:ext cx="17813482" cy="645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I created time-based features such as hour, day, and month to capture daily and seasonal patterns.</a:t>
            </a:r>
          </a:p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Lag features were added so the model could learn from previous pollution levels (e.g., PM2.5 from 1 hour, 3 hours, and 24 hours earlier).</a:t>
            </a:r>
          </a:p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Rolling averages over 6 hours and 24 hours were used to show short-term and long-term air quality trends.</a:t>
            </a:r>
          </a:p>
          <a:p>
            <a:pPr algn="l" marL="868974" indent="-434487" lvl="1">
              <a:lnSpc>
                <a:spcPts val="5634"/>
              </a:lnSpc>
              <a:buFont typeface="Arial"/>
              <a:buChar char="•"/>
            </a:pPr>
            <a:r>
              <a:rPr lang="en-US" sz="4024" spc="20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AQI was calculated from PM2.5 and PM10 using EPA standards so that the model predicts a single air quality score.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62" cy="2029631"/>
            </a:xfrm>
            <a:custGeom>
              <a:avLst/>
              <a:gdLst/>
              <a:ahLst/>
              <a:cxnLst/>
              <a:rect r="r" b="b" t="t" l="l"/>
              <a:pathLst>
                <a:path h="2029631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28076" y="4766635"/>
            <a:ext cx="279803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6108" y="4766635"/>
            <a:ext cx="204272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235" y="422559"/>
            <a:ext cx="16230600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ML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872" y="1653891"/>
            <a:ext cx="17156257" cy="770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predict AQI, I tested multiple machine learning models:</a:t>
            </a:r>
          </a:p>
          <a:p>
            <a:pPr algn="l">
              <a:lnSpc>
                <a:spcPts val="3954"/>
              </a:lnSpc>
            </a:pPr>
            <a:r>
              <a:rPr lang="en-US" sz="2824" spc="141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Ridge Regression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Used as a simple baseline model.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 is fast and easy to train, but it assumes straight-line relationships.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Because air pollution patterns are complex and non-linear, Ridge Regression could not capture them well, so its accuracy was lower.</a:t>
            </a:r>
          </a:p>
          <a:p>
            <a:pPr algn="l">
              <a:lnSpc>
                <a:spcPts val="4094"/>
              </a:lnSpc>
            </a:pPr>
            <a:r>
              <a:rPr lang="en-US" sz="2924" spc="146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Random Forest Regressor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This model uses many decision trees together.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 is good at learning non-linear patterns and interactions between weather and pollution variables.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 handled the data complexity better, gave high accuracy, and stable predictions.</a:t>
            </a:r>
          </a:p>
          <a:p>
            <a:pPr algn="l">
              <a:lnSpc>
                <a:spcPts val="4094"/>
              </a:lnSpc>
            </a:pPr>
            <a:r>
              <a:rPr lang="en-US" sz="2924" spc="146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Gradient Boosting Regressor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Also tested to see if boosting improves accuracy.</a:t>
            </a:r>
          </a:p>
          <a:p>
            <a:pPr algn="l" marL="631490" indent="-315745" lvl="1">
              <a:lnSpc>
                <a:spcPts val="4094"/>
              </a:lnSpc>
              <a:buFont typeface="Arial"/>
              <a:buChar char="•"/>
            </a:pPr>
            <a:r>
              <a:rPr lang="en-US" sz="2924" spc="14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 performed well, but was slightly less accurate and more sensitive to noise than Random Forest.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62" cy="2029631"/>
            </a:xfrm>
            <a:custGeom>
              <a:avLst/>
              <a:gdLst/>
              <a:ahLst/>
              <a:cxnLst/>
              <a:rect r="r" b="b" t="t" l="l"/>
              <a:pathLst>
                <a:path h="2029631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28076" y="4766635"/>
            <a:ext cx="279803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6108" y="4766635"/>
            <a:ext cx="204272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52494"/>
            <a:ext cx="17813482" cy="813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Random Forest model performed</a:t>
            </a: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the best:</a:t>
            </a:r>
          </a:p>
          <a:p>
            <a:pPr algn="l" marL="825795" indent="-412897" lvl="1">
              <a:lnSpc>
                <a:spcPts val="5354"/>
              </a:lnSpc>
              <a:buFont typeface="Arial"/>
              <a:buChar char="•"/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R² Score: ~0.93</a:t>
            </a:r>
          </a:p>
          <a:p>
            <a:pPr algn="l" marL="825795" indent="-412897" lvl="1">
              <a:lnSpc>
                <a:spcPts val="5354"/>
              </a:lnSpc>
              <a:buFont typeface="Arial"/>
              <a:buChar char="•"/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(The model explains about 93% of the variation in AQI — good accuracy)</a:t>
            </a:r>
          </a:p>
          <a:p>
            <a:pPr algn="l" marL="825795" indent="-412897" lvl="1">
              <a:lnSpc>
                <a:spcPts val="5354"/>
              </a:lnSpc>
              <a:buFont typeface="Arial"/>
              <a:buChar char="•"/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MAE: ~2.33</a:t>
            </a:r>
          </a:p>
          <a:p>
            <a:pPr algn="l" marL="825795" indent="-412897" lvl="1">
              <a:lnSpc>
                <a:spcPts val="5354"/>
              </a:lnSpc>
              <a:buFont typeface="Arial"/>
              <a:buChar char="•"/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(On average, predictions differ from actual AQI by only around 5 points)</a:t>
            </a:r>
          </a:p>
          <a:p>
            <a:pPr algn="l">
              <a:lnSpc>
                <a:spcPts val="5354"/>
              </a:lnSpc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These results show the model predicts short-term AQI levels reliably.</a:t>
            </a:r>
          </a:p>
          <a:p>
            <a:pPr algn="l">
              <a:lnSpc>
                <a:spcPts val="5354"/>
              </a:lnSpc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Because of</a:t>
            </a: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its high accuracy, stability, and ability to learn non-linear patterns,</a:t>
            </a:r>
          </a:p>
          <a:p>
            <a:pPr algn="l">
              <a:lnSpc>
                <a:spcPts val="5354"/>
              </a:lnSpc>
              <a:spcBef>
                <a:spcPct val="0"/>
              </a:spcBef>
            </a:pPr>
            <a:r>
              <a:rPr lang="en-US" sz="3824" spc="19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Random Forest was selected as the final model for AQI prediction.</a:t>
            </a:r>
          </a:p>
          <a:p>
            <a:pPr algn="l">
              <a:lnSpc>
                <a:spcPts val="53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62" cy="2029631"/>
            </a:xfrm>
            <a:custGeom>
              <a:avLst/>
              <a:gdLst/>
              <a:ahLst/>
              <a:cxnLst/>
              <a:rect r="r" b="b" t="t" l="l"/>
              <a:pathLst>
                <a:path h="2029631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28076" y="4766635"/>
            <a:ext cx="279803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6108" y="4766635"/>
            <a:ext cx="204272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3001"/>
            <a:ext cx="16230600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 RESULT AND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259" y="1736708"/>
            <a:ext cx="17813482" cy="819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4"/>
              </a:lnSpc>
            </a:pPr>
          </a:p>
          <a:p>
            <a:pPr algn="l" marL="912153" indent="-456076" lvl="1">
              <a:lnSpc>
                <a:spcPts val="5914"/>
              </a:lnSpc>
              <a:buFont typeface="Arial"/>
              <a:buChar char="•"/>
            </a:pPr>
            <a:r>
              <a:rPr lang="en-US" sz="4224" spc="21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final Random Forest model can reliably predict short-term AQI for Karachi.</a:t>
            </a:r>
          </a:p>
          <a:p>
            <a:pPr algn="l" marL="912153" indent="-456076" lvl="1">
              <a:lnSpc>
                <a:spcPts val="5914"/>
              </a:lnSpc>
              <a:buFont typeface="Arial"/>
              <a:buChar char="•"/>
            </a:pPr>
            <a:r>
              <a:rPr lang="en-US" sz="4224" spc="21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The model is saved in the Model Registry and can be loaded into a Streamlit dashboard.</a:t>
            </a:r>
          </a:p>
          <a:p>
            <a:pPr algn="l" marL="912153" indent="-456076" lvl="1">
              <a:lnSpc>
                <a:spcPts val="5914"/>
              </a:lnSpc>
              <a:buFont typeface="Arial"/>
              <a:buChar char="•"/>
            </a:pPr>
            <a:r>
              <a:rPr lang="en-US" sz="4224" spc="21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Pipeline steps are simple:</a:t>
            </a:r>
          </a:p>
          <a:p>
            <a:pPr algn="l" marL="912153" indent="-456076" lvl="1">
              <a:lnSpc>
                <a:spcPts val="5914"/>
              </a:lnSpc>
              <a:buFont typeface="Arial"/>
              <a:buChar char="•"/>
            </a:pPr>
            <a:r>
              <a:rPr lang="en-US" sz="4224" spc="21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Data is collected → Features are created → The model predicts AQI → The dashboard displays real-time results.</a:t>
            </a:r>
          </a:p>
          <a:p>
            <a:pPr algn="l" marL="912153" indent="-456076" lvl="1">
              <a:lnSpc>
                <a:spcPts val="5914"/>
              </a:lnSpc>
              <a:buFont typeface="Arial"/>
              <a:buChar char="•"/>
            </a:pPr>
            <a:r>
              <a:rPr lang="en-US" sz="4224" spc="21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This helps users easily check current air quality and make safer daily decisions.</a:t>
            </a:r>
          </a:p>
          <a:p>
            <a:pPr algn="l">
              <a:lnSpc>
                <a:spcPts val="59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DAG4OMtTD3w</dc:identifier>
  <dcterms:modified xsi:type="dcterms:W3CDTF">2011-08-01T06:04:30Z</dcterms:modified>
  <cp:revision>1</cp:revision>
  <dc:title>Project Presentation</dc:title>
</cp:coreProperties>
</file>